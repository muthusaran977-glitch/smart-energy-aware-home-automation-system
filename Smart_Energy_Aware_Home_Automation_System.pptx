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Energy-Aware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Automation System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Appliance Control with Real-Time Current Monitoring and Overload Protection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|  4-Channel Relay  |  ACS712 Current Sensor  |  I2C LCD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automation enables remote control and monitoring of electrical appliances, improving safety and energy efficiency.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system that allows wireless control of up to four appliances using an ESP32, with a 4-channel relay module for switching, an ACS712 sensor for real-time current monitoring, and a 16x2 I2C LCD for status display.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overload detection mechanism switches off appliances when excessive current is detected.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128016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7373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27432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Smart. Safe.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Energy-Efficient.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46720" y="4206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IoT-based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control solution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63624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wireless home automation system using ESP32 to control up to four appliances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591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51176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359152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current consumption of connected loads using the ACS712 sensor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3467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3872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346704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appliance status and current readings on a 16x2 I2C LCD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262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334256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overload detection and protection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8FA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13832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53218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household energy efficiency and safety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92224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Development Board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controller &amp; WiFi communication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9432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79222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4-Channel Relay Module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9432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appliances ON/OFF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01584" y="1371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75904" y="16459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792224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5904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Current Sensor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75904" y="2880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real-time load current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169664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I2C LCD Display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2960" y="5257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status &amp; current readings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25112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99432" y="4023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169664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99432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 &amp; USB Cable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99432" y="5257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and programming/power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01584" y="37490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75904" y="4023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169664"/>
            <a:ext cx="393192" cy="3931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375904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&amp; Loads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75904" y="5257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 / Fan / electrical appliances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(WiFi)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34640" y="2194560"/>
            <a:ext cx="45720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554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2194560"/>
            <a:ext cx="45720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554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45720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0" y="155448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55448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34747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34747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I2C LCD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Display)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current via ACS712, displays status on the LCD, and drives relays. If current exceeds the safe threshold, the relay is switched off automatically.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&amp; Sensing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GPIO pins interfaced with the 4-channel relay module, each channel controlling one appliance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97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current sensor connected in series with the load circuit to measure current drawn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output of ACS712 read via ESP32 ADC and converted to current values using calibration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6177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16x2 I2C LCD connected via SDA/SCL lines to display appliance status and current readings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(continued)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 &amp; Safety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continuously monitors sensor readings; if current exceeds the safe threshold, the relay is switched OFF automatically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control appliances wirelessly via the ESP32's built-in WiFi for remote ON/OFF operation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logic — relay control, current sensing, overload detection, and LCD updates — programmed using Arduino 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8FA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502920" cy="5029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13232" y="5358384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49554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52120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protection turns OFF the load automatically — preventing equipment damage and electrical hazards.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/ Result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379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Control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successfully controls up to four appliances via the 4-channel relay module, responding correctly to ON/OFF commands.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6916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8379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09160" y="3200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sensor accurately measures current consumption; readings and appliance status are shown live on the 16x2 I2C LCD.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321040" y="13716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4F8FA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95360" y="16916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18379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2606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 Protection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95360" y="3200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current exceeds the set threshold, the corresponding relay is automatically switched OFF, confirming effective safety protection.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498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Energy-Aware Home Automation System demonstrates a practical, cost-effective approach to modern home automation. Combining ESP32-based wireless control, real-time current monitoring with ACS712, and automatic overload protection enhances both convenience and safety.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real-time display of appliance status and power consumption on the I2C LCD further improves user awareness of energy usage, laying a strong foundation for future enhancements such as mobile app integration, cloud-based monitoring, and predictive load management.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0" y="1371600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78240" y="3200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energy monitoring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predictive load management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Energy-Aware Home Automation System</dc:title>
  <dc:subject>PptxGenJS Presentation</dc:subject>
  <dc:creator>Muthusaran</dc:creator>
  <cp:lastModifiedBy>Muthusaran</cp:lastModifiedBy>
  <cp:revision>1</cp:revision>
  <dcterms:created xsi:type="dcterms:W3CDTF">2026-06-13T16:16:49Z</dcterms:created>
  <dcterms:modified xsi:type="dcterms:W3CDTF">2026-06-13T16:16:49Z</dcterms:modified>
</cp:coreProperties>
</file>